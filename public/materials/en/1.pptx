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881e200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9881e200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8a412e7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8a412e7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98a412e7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98a412e7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98a412e78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98a412e78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8a412e78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8a412e7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8a412e78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98a412e7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881e2009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9881e2009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8a412e78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8a412e78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9881e2009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9881e2009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98a412e78a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98a412e78a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9881e2009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9881e2009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98a412e78a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98a412e78a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Development Life Cycle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Waterfall, Iterative &amp; RAD models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Development Life Cycle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629675" y="2016375"/>
            <a:ext cx="1068300" cy="60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090925" y="2016375"/>
            <a:ext cx="1068300" cy="60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503700" y="2016375"/>
            <a:ext cx="1604400" cy="60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Implementation (Coding)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5452575" y="2016375"/>
            <a:ext cx="1068300" cy="60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6814800" y="2016375"/>
            <a:ext cx="1363800" cy="60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Maintenance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191063" y="2168775"/>
            <a:ext cx="280800" cy="30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1754050" y="2168775"/>
            <a:ext cx="280800" cy="30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5139938" y="2168775"/>
            <a:ext cx="280800" cy="30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6552688" y="2168775"/>
            <a:ext cx="280800" cy="30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Develop a specification / system requirements document.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Research using: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Questionnaires /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Observation of users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Inspecting existing documentation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Frontend - GUI Wireframes / Mockups, Color schemes/combos, brand requirements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Processes - Data flow diagrams, Pseudocode, Flowcharts, Gantt charts, high level overview diagrams, abstraction &amp; decomposition - breakdown down into modular parts, Structure Charts, State Transition Diagrams.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Backend - ERD, Database Schemas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Implementation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of the project.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Assets pulled together.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Some testing also takes place - modular test, verification/validation testing.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Unit Testing - automated testing using </a:t>
            </a:r>
            <a:r>
              <a:rPr lang="en-GB"/>
              <a:t>predetermined</a:t>
            </a:r>
            <a:r>
              <a:rPr lang="en-GB"/>
              <a:t> test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User Acceptance Testing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Whole System Testing - server load / concurrent user tests.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Maintenance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Mostly bug fixes and minor feature addition / improvements.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700" y="2393400"/>
            <a:ext cx="4259850" cy="20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0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Waterfall Model</a:t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 flipH="1">
            <a:off x="3268275" y="1574475"/>
            <a:ext cx="1775700" cy="445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</a:t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 flipH="1">
            <a:off x="4140050" y="2085025"/>
            <a:ext cx="1775700" cy="445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</a:t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 flipH="1">
            <a:off x="5043975" y="2595575"/>
            <a:ext cx="1775700" cy="445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Implementation</a:t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 flipH="1">
            <a:off x="6050875" y="3104375"/>
            <a:ext cx="1775700" cy="445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</a:t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 flipH="1">
            <a:off x="7059350" y="3631750"/>
            <a:ext cx="1775700" cy="445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Maintenance</a:t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 rot="5400000">
            <a:off x="5126650" y="1736175"/>
            <a:ext cx="305100" cy="263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 rot="5400000">
            <a:off x="5935875" y="2248475"/>
            <a:ext cx="305100" cy="263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 rot="5400000">
            <a:off x="6857675" y="2779650"/>
            <a:ext cx="305100" cy="263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 rot="5400000">
            <a:off x="7836975" y="3316150"/>
            <a:ext cx="305100" cy="263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 rot="-5400000">
            <a:off x="6725225" y="3634175"/>
            <a:ext cx="305100" cy="263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 rot="-5400000">
            <a:off x="5735375" y="3125375"/>
            <a:ext cx="305100" cy="263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 rot="-5400000">
            <a:off x="4700875" y="2616575"/>
            <a:ext cx="305100" cy="263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 rot="-5400000">
            <a:off x="3814825" y="2106025"/>
            <a:ext cx="305100" cy="263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Originally adapted from manufacturing/architecture planning process.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Each step must be completed fully before moving on to the next step.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Rigid design.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Waterfall Model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Advantages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Relatively straightforward to manage due to its fixed, linear design.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Costs and times can be accurately estimated.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High accountability due to distinct steps and activities.</a:t>
            </a:r>
            <a:endParaRPr/>
          </a:p>
        </p:txBody>
      </p:sp>
      <p:sp>
        <p:nvSpPr>
          <p:cNvPr id="126" name="Google Shape;126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Disadvantages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Slow to implement.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Difficult to change course after the design phase.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User feedback only at the analysis phase.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Can’t add or remove features easily.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Iterative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4825" y="1513600"/>
            <a:ext cx="5479651" cy="293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adaption of the waterfall model that takes into account the probability that the project requirements will change as time goes 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focus is on building the core system and adding more features through each iteration and subsequent release.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Iterative Model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Advantages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Each cycle is easy to manage, due to the fixed and modular nature of each component.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Extra features can be added.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User feedback is taken at each iteration, rather than just at the very start of the project.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Can adapt and grow as the requirements change.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Easy to budget because you can pause/stop at the end of each mini cycle.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Team can upskill though each cycle.</a:t>
            </a:r>
            <a:endParaRPr/>
          </a:p>
        </p:txBody>
      </p:sp>
      <p:sp>
        <p:nvSpPr>
          <p:cNvPr id="140" name="Google Shape;140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Disadvantages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Still slow and expensive to implement as the full cycle needs to completed each time.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Harder estimate overall time and cost as the system is constantly growing.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Cycles may never end (but this might not be a bad thing)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/>
          <p:nvPr/>
        </p:nvSpPr>
        <p:spPr>
          <a:xfrm>
            <a:off x="4512650" y="1429200"/>
            <a:ext cx="2047800" cy="2285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Prototyping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Phase</a:t>
            </a:r>
            <a:endParaRPr sz="1200"/>
          </a:p>
        </p:txBody>
      </p:sp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Rapid Application Development</a:t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3206725" y="2202308"/>
            <a:ext cx="1185300" cy="69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Analysis and quick design</a:t>
            </a:r>
            <a:endParaRPr sz="1000"/>
          </a:p>
        </p:txBody>
      </p:sp>
      <p:sp>
        <p:nvSpPr>
          <p:cNvPr id="148" name="Google Shape;148;p24"/>
          <p:cNvSpPr/>
          <p:nvPr/>
        </p:nvSpPr>
        <p:spPr>
          <a:xfrm rot="3605917">
            <a:off x="5343468" y="2050173"/>
            <a:ext cx="1348622" cy="387732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Demonstrate</a:t>
            </a:r>
            <a:endParaRPr sz="1000"/>
          </a:p>
        </p:txBody>
      </p:sp>
      <p:sp>
        <p:nvSpPr>
          <p:cNvPr id="149" name="Google Shape;149;p24"/>
          <p:cNvSpPr/>
          <p:nvPr/>
        </p:nvSpPr>
        <p:spPr>
          <a:xfrm rot="-10754659">
            <a:off x="4861148" y="2937019"/>
            <a:ext cx="1228307" cy="426952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Refine</a:t>
            </a:r>
            <a:endParaRPr sz="1000"/>
          </a:p>
        </p:txBody>
      </p:sp>
      <p:sp>
        <p:nvSpPr>
          <p:cNvPr id="150" name="Google Shape;150;p24"/>
          <p:cNvSpPr/>
          <p:nvPr/>
        </p:nvSpPr>
        <p:spPr>
          <a:xfrm rot="-3572466">
            <a:off x="4445683" y="2070234"/>
            <a:ext cx="1179476" cy="419221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Develop</a:t>
            </a:r>
            <a:endParaRPr sz="1000"/>
          </a:p>
        </p:txBody>
      </p:sp>
      <p:sp>
        <p:nvSpPr>
          <p:cNvPr id="151" name="Google Shape;151;p24"/>
          <p:cNvSpPr/>
          <p:nvPr/>
        </p:nvSpPr>
        <p:spPr>
          <a:xfrm>
            <a:off x="7748121" y="2269162"/>
            <a:ext cx="1147200" cy="56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Cutover</a:t>
            </a:r>
            <a:endParaRPr sz="1000"/>
          </a:p>
        </p:txBody>
      </p:sp>
      <p:sp>
        <p:nvSpPr>
          <p:cNvPr id="152" name="Google Shape;152;p24"/>
          <p:cNvSpPr/>
          <p:nvPr/>
        </p:nvSpPr>
        <p:spPr>
          <a:xfrm>
            <a:off x="6612565" y="2269162"/>
            <a:ext cx="1042500" cy="56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Testing</a:t>
            </a:r>
            <a:endParaRPr sz="1000"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Focuses on rapid development through a series of prototypes, followed by a final release.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Not a big focus on initial planning.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Optimised for GUI heavy applications.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RAD</a:t>
            </a:r>
            <a:r>
              <a:rPr lang="en-GB"/>
              <a:t> Model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Advantages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Very fast and cheap.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Software constantly evolving before release depending on customer feedback.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Great for GUI heavy projects due to constant user interaction.</a:t>
            </a:r>
            <a:endParaRPr/>
          </a:p>
        </p:txBody>
      </p:sp>
      <p:sp>
        <p:nvSpPr>
          <p:cNvPr id="160" name="Google Shape;160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Disadvantages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Not suitable for large projects where modular development is required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Difficult to manage due to the rapid and blurred prototyping cycle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Costs and Time cannot be accurately estimated.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Development team need to be highly skilled.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Can lead to feature creep or moving away from initial objectives.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Relies on close and heavy user/customer involvement throughout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