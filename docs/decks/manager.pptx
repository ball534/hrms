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8181B"/>
                </a:solidFill>
                <a:latin typeface="Arial"/>
              </a:rPr>
              <a:t>InsideHR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1945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5400" b="1">
                <a:solidFill>
                  <a:srgbClr val="18181B"/>
                </a:solidFill>
                <a:latin typeface="Arial"/>
              </a:rPr>
              <a:t>Manager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71717A"/>
                </a:solidFill>
                <a:latin typeface="Arial"/>
              </a:rPr>
              <a:t>Goal-setting, evaluation, approvals.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4297680"/>
            <a:ext cx="4526280" cy="0"/>
          </a:xfrm>
          <a:prstGeom prst="line">
            <a:avLst/>
          </a:prstGeom>
          <a:ln w="19050">
            <a:solidFill>
              <a:srgbClr val="1818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309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1717A"/>
                </a:solidFill>
                <a:latin typeface="Arial"/>
              </a:rPr>
              <a:t>An iORA-style HR system for Singapore + Malaysia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Manager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Welcome — Manager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What you can do for your direct reports.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As a manager, you see your direct reports' records: leave requests, expense submissions, performance reviews, and timesheets (if you have part-timers).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044952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You approve or reject those requests, you write goals + ratings, you sign off weekly hours.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557016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38144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You can't see other managers' teams or system-wide settings.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06908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50208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This deck walks each thing step-by-step. ~25 slides; ~20 minutes.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Manager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Logging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STEP-BY-STEP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0136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Open the InsideHR URL.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95144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95144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9424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Enter your work email + the temporary password Admin sent you.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9008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9008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44368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On first sign-in you'll be forced to change your password.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83864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83864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38144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After that, you land on your manager dashboard.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If your email isn't recognised, contact Admin — your account hasn't been created yet.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Manager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Your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What needs your attention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Approval-count widget — pending leave + expense requests from your reports.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4378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Birthday widget — direct reports' upcoming birthdays.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15468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3580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Use the sidebar to jump to any specific module.</a:t>
            </a:r>
          </a:p>
        </p:txBody>
      </p:sp>
      <p:pic>
        <p:nvPicPr>
          <p:cNvPr id="14" name="Picture 13" descr="manager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2451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8181B"/>
                </a:solidFill>
                <a:latin typeface="Arial"/>
              </a:rPr>
              <a:t>Leave Approvals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71717A"/>
                </a:solidFill>
                <a:latin typeface="Arial"/>
              </a:rPr>
              <a:t>Your reports' time-off requests.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Manager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The leave approval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745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One card per pending leave request from your direct reports.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8658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67712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Each card shows: who, dates, leave type, number of working days, balance left.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898648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79776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Approve immediately, or Reject with an optional comment.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20954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90672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Rejection sends the employee an email with your reason.</a:t>
            </a:r>
          </a:p>
        </p:txBody>
      </p:sp>
      <p:pic>
        <p:nvPicPr>
          <p:cNvPr id="15" name="Picture 14" descr="manager-leave-appro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0165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Manager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Reviewing a leave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STEP-BY-STEP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0136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Click into the request from the queue.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95144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95144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9424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See the full reason + any attachment (e.g. medical certificate).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9008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9008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44368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Use the "Approve" or "Reject" buttons. Rejection requires a reason.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85032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85032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Approved leave deducts from the employee's balance immediately and shows on the team calendar.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If you're unsure, ask the employee directly first — the system isn't your manager.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8181B"/>
                </a:solidFill>
                <a:latin typeface="Arial"/>
              </a:rPr>
              <a:t>Expense Approvals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71717A"/>
                </a:solidFill>
                <a:latin typeface="Arial"/>
              </a:rPr>
              <a:t>Reimbursable spend by your reports.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Manager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Expense approval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745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Tab: For Approval — expenses your reports submitted, pending your sign-off.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8658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67712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Each row: category, amount + currency, receipt date, merchant.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898648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79776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Click into one → see the full receipt (image preview or PDF download).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10712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Approve (passes to admin for reimbursement) or Reject (back to employee to fix).</a:t>
            </a:r>
          </a:p>
        </p:txBody>
      </p:sp>
      <p:pic>
        <p:nvPicPr>
          <p:cNvPr id="15" name="Picture 14" descr="manager-expense-appro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0165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8181B"/>
                </a:solidFill>
                <a:latin typeface="Arial"/>
              </a:rPr>
              <a:t>Performance Reviews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71717A"/>
                </a:solidFill>
                <a:latin typeface="Arial"/>
              </a:rPr>
              <a:t>Setting goals → evaluating → submitting.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Manager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11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Performance — your team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745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When an Admin scopes you into a cycle, you see your reports here.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8658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67712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Status pill tells you what's needed: "Not started" / "Goals set" / "In evaluation" / "Awaiting employee" / "Acknowledged".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099816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80944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The action link ("Set goals →" / "Evaluate →" / "View →") changes with cycle state.</a:t>
            </a:r>
          </a:p>
        </p:txBody>
      </p:sp>
      <p:pic>
        <p:nvPicPr>
          <p:cNvPr id="13" name="Picture 12" descr="manager-perf-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0165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Manager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12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Step 1 — Set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During the ACTIVE phase of a cycle.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STEP-BY-STEP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5856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5856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Click into a report's review → "+ Add goal".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52344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52344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6624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Title (1 sentence) + description (the why) + type (qualitative or quantitative).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4728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4728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01568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For quantitative goals: set a target value + unit (RM, units, %, NPS, etc.).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42232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42232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96512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Hit min goals (usually 3) and the review auto-promotes to "Goals set".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37176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837176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91456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You can edit or delete goals freely while the cycle is ACTIVE.</a:t>
            </a:r>
          </a:p>
        </p:txBody>
      </p:sp>
      <p:pic>
        <p:nvPicPr>
          <p:cNvPr id="23" name="Picture 22" descr="manager-perf-review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2451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Write SMART goals: specific, measurable, attainable, relevant, time-bound.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Manager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13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Step 2 — Evaluate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During the EVALUATION phase.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STEP-BY-STEP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5856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5856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Goals are now read-only. Each gets an outcome dropdown: Missed / Partial / Met / Exceeded.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53512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53512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07792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For quantitative goals, fill in the actual value.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4728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4728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01568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Add a comment per goal — what they did well, what they could do better.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42232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42232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96512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Save each as you go. The form remembers your 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Manager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14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Step 3 — Overall rating + submit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The summary that flows into bonus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STEP-BY-STEP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5856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5856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Below the goals: Submit review form.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52344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52344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6624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Pick the overall rating from the configured scale (e.g. 1–5: Below / Approaching / Meets / Exceeds / Outstanding).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4728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4728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01568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Write the manager narrative — strengths, growth areas, context.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42232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42232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96512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Fill any retail extras the cycle requires (sales target/actual, attendance, promotion-ready).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37176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837176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91456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Click Submit → review goes to the employee for acknowledgement, locked from edits.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Strict mode: all goals must be evaluated before you can submit.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Manager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Probation reviews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A special 3-month flow for new hires.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No goals, no rating — just a confirmation decision.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42616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23744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Decision options: CONFIRMED (pass probation) / EXTENDED (additional period) / NOT_CONFIRMED (terminate).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15468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35808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Decision is required to submit. Legally meaningful in Malaysia — a confirmation letter must follow your decision.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6674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47872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Notes field captures your rationale (kept on file).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8181B"/>
                </a:solidFill>
                <a:latin typeface="Arial"/>
              </a:rPr>
              <a:t>Timesheet Approvals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71717A"/>
                </a:solidFill>
                <a:latin typeface="Arial"/>
              </a:rPr>
              <a:t>If you manage part-time staff.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Manager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17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The timesheet approval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745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Sidebar → Timesheet → Approvals tab.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185416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66544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Submissions are grouped per employee, per week.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496312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Each week shows total hours + how many fall on public holidays (with auto-detection).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008376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89504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"Approve whole week" approves all entries in one click, or do it per-entry.</a:t>
            </a:r>
          </a:p>
        </p:txBody>
      </p:sp>
      <p:pic>
        <p:nvPicPr>
          <p:cNvPr id="15" name="Picture 14" descr="manager-time-appro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0165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Manager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18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Rejecting a timesheet 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STEP-BY-STEP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0136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On a specific entry, click "Reject".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95144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95144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9424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A comment box appears — enter a clear reason (this goes to the employee).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9008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9008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44368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Click "Send rejection" — entry returns to the employee as DRAFT, with your reason visible.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85032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85032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They can fix and re-submit.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Use rejection sparingly. For repeated issues, talk to the employee directly first.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8181B"/>
                </a:solidFill>
                <a:latin typeface="Arial"/>
              </a:rPr>
              <a:t>Other day-to-day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71717A"/>
                </a:solidFill>
                <a:latin typeface="Arial"/>
              </a:rPr>
              <a:t>Calendars, documents, profile.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Manager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20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Team calendar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745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Shows who's out and when across your direct reports.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185416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66544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Coloured by country (SG / MY).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496312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Useful when planning coverage or shift schedules.</a:t>
            </a:r>
          </a:p>
        </p:txBody>
      </p:sp>
      <p:pic>
        <p:nvPicPr>
          <p:cNvPr id="13" name="Picture 12" descr="manager-team-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0165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Manager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21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745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Read-only company documents (handbook, policies, holiday calendar).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8658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67712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If HR uploaded employee-specific docs to one of your reports, you can read them.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898648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79776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You can't upload — that's HR Admin's job.</a:t>
            </a:r>
          </a:p>
        </p:txBody>
      </p:sp>
      <p:pic>
        <p:nvPicPr>
          <p:cNvPr id="13" name="Picture 12" descr="manager-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0165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Manager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22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Your own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745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Sidebar → Change Password — update your password any time.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185416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66544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Your dashboard widgets are personal — they show YOUR pending approvals + birthdays.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69748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78608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Need to update your phone / NRIC / bank info? Ask Admin for now.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Manager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23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That's the manager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Walk through every step at your own 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Questions? Ask your HR Admin.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42616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23744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The system enforces fair treatment by giving everyone the same workflow — but you bring the judgment.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